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KNN clasifica por distancias a vecinos. La eleccion de k importa.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knn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